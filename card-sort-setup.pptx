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03472C-18AC-4E3C-B115-B4969812EBA0}" v="36" dt="2022-11-03T20:37:34.4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8" /><Relationship Type="http://schemas.microsoft.com/office/2015/10/relationships/revisionInfo" Target="revisionInfo.xml" Id="rId13" /><Relationship Type="http://schemas.openxmlformats.org/officeDocument/2006/relationships/slide" Target="slides/slide2.xml" Id="rId3" /><Relationship Type="http://schemas.openxmlformats.org/officeDocument/2006/relationships/slide" Target="slides/slide6.xml" Id="rId7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tableStyles" Target="tableStyles.xml" Id="rId11" /><Relationship Type="http://schemas.openxmlformats.org/officeDocument/2006/relationships/slide" Target="slides/slide4.xml" Id="rId5" /><Relationship Type="http://schemas.openxmlformats.org/officeDocument/2006/relationships/theme" Target="theme/theme1.xml" Id="rId10" /><Relationship Type="http://schemas.openxmlformats.org/officeDocument/2006/relationships/slide" Target="slides/slide3.xml" Id="rId4" /><Relationship Type="http://schemas.openxmlformats.org/officeDocument/2006/relationships/viewProps" Target="viewProps.xml" Id="rId9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Screen Shot 2022-11-03 at 4.31.39 PM.png">
            <a:extLst>
              <a:ext uri="{FF2B5EF4-FFF2-40B4-BE49-F238E27FC236}">
                <a16:creationId xmlns:a16="http://schemas.microsoft.com/office/drawing/2014/main" id="{B2E43A67-AA40-8332-C025-C49328762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49" y="598333"/>
            <a:ext cx="10757647" cy="576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Screen Shot 2022-11-03 at 4.32.01 PM.png">
            <a:extLst>
              <a:ext uri="{FF2B5EF4-FFF2-40B4-BE49-F238E27FC236}">
                <a16:creationId xmlns:a16="http://schemas.microsoft.com/office/drawing/2014/main" id="{2B89BFF5-B9E2-7609-A218-1371816F4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060" y="427131"/>
            <a:ext cx="10995877" cy="6009808"/>
          </a:xfrm>
        </p:spPr>
      </p:pic>
    </p:spTree>
    <p:extLst>
      <p:ext uri="{BB962C8B-B14F-4D97-AF65-F5344CB8AC3E}">
        <p14:creationId xmlns:p14="http://schemas.microsoft.com/office/powerpoint/2010/main" val="1554109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Screen Shot 2022-11-03 at 4.32.26 PM.png">
            <a:extLst>
              <a:ext uri="{FF2B5EF4-FFF2-40B4-BE49-F238E27FC236}">
                <a16:creationId xmlns:a16="http://schemas.microsoft.com/office/drawing/2014/main" id="{5B837048-56A9-DC4C-A681-798AF127DC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312" y="355413"/>
            <a:ext cx="11382340" cy="6215996"/>
          </a:xfrm>
        </p:spPr>
      </p:pic>
    </p:spTree>
    <p:extLst>
      <p:ext uri="{BB962C8B-B14F-4D97-AF65-F5344CB8AC3E}">
        <p14:creationId xmlns:p14="http://schemas.microsoft.com/office/powerpoint/2010/main" val="673512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Screen Shot 2022-11-03 at 4.32.40 PM.png">
            <a:extLst>
              <a:ext uri="{FF2B5EF4-FFF2-40B4-BE49-F238E27FC236}">
                <a16:creationId xmlns:a16="http://schemas.microsoft.com/office/drawing/2014/main" id="{039F9232-B52E-688D-8A08-90EFDC0E7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9232" y="337484"/>
            <a:ext cx="7673537" cy="5929126"/>
          </a:xfrm>
        </p:spPr>
      </p:pic>
    </p:spTree>
    <p:extLst>
      <p:ext uri="{BB962C8B-B14F-4D97-AF65-F5344CB8AC3E}">
        <p14:creationId xmlns:p14="http://schemas.microsoft.com/office/powerpoint/2010/main" val="1180164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Screen Shot 2022-11-03 at 4.33.00 PM.png">
            <a:extLst>
              <a:ext uri="{FF2B5EF4-FFF2-40B4-BE49-F238E27FC236}">
                <a16:creationId xmlns:a16="http://schemas.microsoft.com/office/drawing/2014/main" id="{50DBEAF6-1A4F-EF63-9B43-76BFBED88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9297" y="489884"/>
            <a:ext cx="10433407" cy="5875338"/>
          </a:xfrm>
        </p:spPr>
      </p:pic>
    </p:spTree>
    <p:extLst>
      <p:ext uri="{BB962C8B-B14F-4D97-AF65-F5344CB8AC3E}">
        <p14:creationId xmlns:p14="http://schemas.microsoft.com/office/powerpoint/2010/main" val="3438249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Screen Shot 2022-11-03 at 4.33.25 PM.png">
            <a:extLst>
              <a:ext uri="{FF2B5EF4-FFF2-40B4-BE49-F238E27FC236}">
                <a16:creationId xmlns:a16="http://schemas.microsoft.com/office/drawing/2014/main" id="{1B2BDF67-81DC-E947-BC16-62D04897B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41" y="363606"/>
            <a:ext cx="11349317" cy="613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772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24</cp:revision>
  <dcterms:created xsi:type="dcterms:W3CDTF">2022-11-03T20:34:06Z</dcterms:created>
  <dcterms:modified xsi:type="dcterms:W3CDTF">2022-11-03T20:37:40Z</dcterms:modified>
</cp:coreProperties>
</file>